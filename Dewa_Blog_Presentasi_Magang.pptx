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satu kalimat: ini adalah blog personal full-stack yang dibangun selama magang sebagai media belajar, bukan produk komersial.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sebelum project ini belum pernah membuat aplikasi full-stack. Tujuannya belajar alur lengkap: frontend, backend,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requirement dibagi dua sisi: pengunjung (baca) dan admin (kelola). Ini jadi kerangka cerita sepanjang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desain dibuat dulu di Figma sebelum ngoding. Sebutkan 1-2 penyesuaian kecil yang dilakukan saat implementasi.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tiap teknologi, sampaikan alasan sederhana — hindari istilah teknis. Tutup dengan: dipilih tools sederhana karena fokusnya belajar, bukan skala 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diagram untuk menjelaskan alur: browser minta halaman, server ambil data dari database, tampilkan ke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singkat tiap fitur utama yang dibangun. Tidak perlu detail kode, cukup gambaran fungsinya.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Jujur bahwa testing masih manual. Ini menunjukkan kesadaran akan gap, bukan menyembunyikannya.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penting: tunjukkan progress 3 bug ini dengan status apa adanya — ada yang selesai, ada yang masih jalan. Ini menunjukkan proses kerja nyata, bukan cuma hasil akhir yang mulus.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satu contoh paling konkret: bug styling teks. Tunjukkan tangkapan layar, jelaskan kenapa bisa terjadi, dan apa yang sudah diperbaiki.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 hasil akhir secara singkat, tidak perlu mengulang detail teknis yang sudah dibahas.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dengan tulus apa yang dipelajari — ini bagian paling personal dari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percaya diri: requirement terpenuhi, dan ini jadi pengalaman belajar yang berharga.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2120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3A3A3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2120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6B7A3A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206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3A3A3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MAGANG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Dewa's Blog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Belajar Membangun Aplikasi Full-Stack dari Nol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502920" cy="27432"/>
          </a:xfrm>
          <a:prstGeom prst="rect">
            <a:avLst/>
          </a:prstGeom>
          <a:solidFill>
            <a:srgbClr val="6B7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TypeScript  ·  Tailwind CSS  ·  SQLite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Dewangga Ramadhan 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Magang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Project Selama Magang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dibuat bukan untuk jadi produk komersial, tetapi sebagai media belajar membangun aplikasi web secara utuh — dari tampilan sampai database.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full-stack development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54203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Sebelumnya belum pernah membuat aplikasi yang punya frontend dan backend sekaligus.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langsung, bukan cuma teori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konsep yang dipelajari ke satu project nyata dari awal sampai selesai.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terhubung dengan 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46227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bagaimana data (artikel, akun admin) disimpan dan diambil kembali.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2064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sebagai partner belajar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42239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membantu proses implementasi, tapi desain, debugging, dan pengambilan keputusan tetap dilakukan sendiri.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REQUIREMENT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Harus Dibuat?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dibagi menjadi dua sisi: yang dilihat pengunjung, dan yang dipakai admin untuk mengelola isi blog.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6B7A3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5212080" cy="320040"/>
          </a:xfrm>
          <a:prstGeom prst="rect">
            <a:avLst/>
          </a:prstGeom>
          <a:solidFill>
            <a:srgbClr val="6B7A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Sisi Pengunjung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163824"/>
            <a:ext cx="109728" cy="109728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35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daftar artikel yang sudah terbit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822192"/>
            <a:ext cx="109728" cy="109728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941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isi artikel lengkap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480560"/>
            <a:ext cx="109728" cy="109728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525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profil singkat pemilik blog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1488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26261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514600"/>
            <a:ext cx="5212080" cy="320040"/>
          </a:xfrm>
          <a:prstGeom prst="rect">
            <a:avLst/>
          </a:prstGeom>
          <a:solidFill>
            <a:srgbClr val="26261F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1488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Sisi Admin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29400" y="3163824"/>
            <a:ext cx="109728" cy="109728"/>
          </a:xfrm>
          <a:prstGeom prst="ellipse">
            <a:avLst/>
          </a:prstGeom>
          <a:solidFill>
            <a:srgbClr val="26261F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035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untuk masuk ke halaman kelola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3822192"/>
            <a:ext cx="109728" cy="109728"/>
          </a:xfrm>
          <a:prstGeom prst="ellipse">
            <a:avLst/>
          </a:prstGeom>
          <a:solidFill>
            <a:srgbClr val="26261F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6941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Membuat, mengedit, menghapus artikel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4480560"/>
            <a:ext cx="109728" cy="109728"/>
          </a:xfrm>
          <a:prstGeom prst="ellipse">
            <a:avLst/>
          </a:prstGeom>
          <a:solidFill>
            <a:srgbClr val="26261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3525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Menerbitkan atau menyimpan sebagai draft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Desain di Figma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menulis kode, setiap halaman dirancang dulu di Figma — supaya tahu persis tampilan akhir yang ingin dicapai.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3545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350008"/>
            <a:ext cx="1706270" cy="868680"/>
          </a:xfrm>
          <a:prstGeom prst="roundRect">
            <a:avLst>
              <a:gd name="adj" fmla="val 5263"/>
            </a:avLst>
          </a:prstGeom>
          <a:solidFill>
            <a:srgbClr val="EFEDE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246120"/>
            <a:ext cx="1815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Home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2694" y="2148840"/>
            <a:ext cx="203545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7286" y="2350008"/>
            <a:ext cx="1706270" cy="868680"/>
          </a:xfrm>
          <a:prstGeom prst="roundRect">
            <a:avLst>
              <a:gd name="adj" fmla="val 5263"/>
            </a:avLst>
          </a:prstGeom>
          <a:solidFill>
            <a:srgbClr val="EFEDE6"/>
          </a:solidFill>
          <a:ln/>
        </p:spPr>
      </p:sp>
      <p:sp>
        <p:nvSpPr>
          <p:cNvPr id="10" name="Text 8"/>
          <p:cNvSpPr/>
          <p:nvPr/>
        </p:nvSpPr>
        <p:spPr>
          <a:xfrm>
            <a:off x="2922422" y="3246120"/>
            <a:ext cx="1815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6749" y="2148840"/>
            <a:ext cx="203545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1341" y="2350008"/>
            <a:ext cx="1706270" cy="868680"/>
          </a:xfrm>
          <a:prstGeom prst="roundRect">
            <a:avLst>
              <a:gd name="adj" fmla="val 5263"/>
            </a:avLst>
          </a:prstGeom>
          <a:solidFill>
            <a:srgbClr val="EF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5186477" y="3246120"/>
            <a:ext cx="1815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Artikel (Admin)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40803" y="2148840"/>
            <a:ext cx="203545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5395" y="2350008"/>
            <a:ext cx="1706270" cy="868680"/>
          </a:xfrm>
          <a:prstGeom prst="roundRect">
            <a:avLst>
              <a:gd name="adj" fmla="val 5263"/>
            </a:avLst>
          </a:prstGeom>
          <a:solidFill>
            <a:srgbClr val="EF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7450531" y="3246120"/>
            <a:ext cx="1815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Baca Artikel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4858" y="2148840"/>
            <a:ext cx="203545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69450" y="2350008"/>
            <a:ext cx="1706270" cy="868680"/>
          </a:xfrm>
          <a:prstGeom prst="roundRect">
            <a:avLst>
              <a:gd name="adj" fmla="val 5263"/>
            </a:avLst>
          </a:prstGeom>
          <a:solidFill>
            <a:srgbClr val="EFEDE6"/>
          </a:solidFill>
          <a:ln/>
        </p:spPr>
      </p:sp>
      <p:sp>
        <p:nvSpPr>
          <p:cNvPr id="19" name="Text 17"/>
          <p:cNvSpPr/>
          <p:nvPr/>
        </p:nvSpPr>
        <p:spPr>
          <a:xfrm>
            <a:off x="9714586" y="3246120"/>
            <a:ext cx="1815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Hapus &amp; Terbitkan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Beberapa detail desain disesuaikan saat implementasi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38912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 elemen di modal (hapus/terbitkan)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69087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Dirapikan ulang supaya tetap konsisten walau isi tulisannya panjang atau pendek.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38928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504748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aksi di daftar admin (edit/hapus/terbitkan)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534924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hanya tampil ikon dulu, baru muncul label saat disentuh — sesuai referensi yang diminta.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Teknologi yang Dipilih &amp; Alasannya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717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6197" y="2011680"/>
            <a:ext cx="512064" cy="512064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6" name="Text 4"/>
          <p:cNvSpPr/>
          <p:nvPr/>
        </p:nvSpPr>
        <p:spPr>
          <a:xfrm>
            <a:off x="1576197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karena frontend dan backend bisa dibuat dalam satu project, jadi lebih mudah dipelajari sebagai pemula.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138" y="1737360"/>
            <a:ext cx="256717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7695" y="2011680"/>
            <a:ext cx="512064" cy="512064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1" name="Text 9"/>
          <p:cNvSpPr/>
          <p:nvPr/>
        </p:nvSpPr>
        <p:spPr>
          <a:xfrm>
            <a:off x="4417695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7298" y="265176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4730" y="297180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menemukan kesalahan penulisan kode lebih awal, sebelum aplikasi dijalankan.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737360"/>
            <a:ext cx="256717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59193" y="2011680"/>
            <a:ext cx="512064" cy="512064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7259193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68796" y="265176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96228" y="297180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 dan tidak perlu memasang database server terpisah — cocok untuk blog dengan satu admin.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3134" y="1737360"/>
            <a:ext cx="256717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00691" y="2011680"/>
            <a:ext cx="512064" cy="512064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0691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10294" y="265176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7726" y="297180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membuat tampilan lebih cepat dan konsisten tanpa menulis CSS dari nol.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F0EEE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97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tidak pakai teknologi yang lebih “canggih”?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tujuan project ini adalah belajar, bukan membangun produk skala besar. Memilih tools yang sederhana membuat proses belajar lebih fokus ke konsep dasar full-stack, bukan ke kerumitan tools itu sendiri.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ARSITEKTUR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Cara Kerja Aplikasi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sederhana, aplikasi ini punya tiga bagian yang saling terhubung.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6676" y="23774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2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9556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5276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yang dilihat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pengunjung &amp; admin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71316" y="2971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77156" y="23774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6B7A3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0036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Server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05756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halaman &amp;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memproses permintaan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11796" y="2971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17636" y="23774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2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00516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SQLite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46236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artikel,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admin, profil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8056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dibuat cepat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8231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pengunjung membuka home atau artikel, server langsung mengambil data dari database tanpa langkah tambahan.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admin lewat jalur API tersendiri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44068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Membuat, mengubah, atau menghapus artikel dikirim lewat jalur khusus yang memvalidasi data sebelum disimpan.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Fitur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&amp; Tampilan (Frontend)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desain Figma menjadi halaman nyata: home, baca artikel, dan login — lengkap dengan tampilan responsif.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dengan email &amp; password. Password disimpan dalam bentuk terenkripsi (hash), bukan teks biasa, agar tetap aman.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Artikel (CRUD)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Membuat, membaca, mengubah, dan menghapus artikel — plus fitur tambahan seperti tandai artikel favorit dan atur status terbit/draft.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3776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ke 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23951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(artikel, akun, profil) tersimpan permanen di database, bukan sekadar teks di dalam kode.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Pengujian Aplikasi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sebuah fitur dianggap selesai, dilakukan pengujian manual langsung di browser untuk memastikan berjalan sesuai harapan.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setiap alur secara manual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45059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membuat artikel, mengedit, menerbitkan, menghapus — dicoba satu per satu sampai hasilnya sesuai.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Pengecekan tipe data otomatis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41071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membantu menangkap banyak kesalahan penulisan sebelum aplikasi benar-benar dijalankan.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690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skenario tidak biasa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37083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menutup halaman saat sedang mengedit tanpa menyimpan, atau menekan tombol kembali dari browser.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0EEE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03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jujur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masih dilakukan secara manual, belum menggunakan automated testing. Ini menjadi salah satu catatan untuk pengembangan berikutnya.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yang Ditemukan &amp; Progress Perbaikan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 catatan pengerjaan 3 bug pada editor artikel, per tanggal 21 Juli 2026.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11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Styling Teks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Juli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400032" y="192938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4F5A2C"/>
          </a:solidFill>
          <a:ln/>
        </p:spPr>
      </p:sp>
      <p:sp>
        <p:nvSpPr>
          <p:cNvPr id="9" name="Text 7"/>
          <p:cNvSpPr/>
          <p:nvPr/>
        </p:nvSpPr>
        <p:spPr>
          <a:xfrm>
            <a:off x="9400032" y="1929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PENGERJAAN / MASALAH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(Bold, Italic, Underline) sempat tidak ter-render dan tampil sebagai teks mentah. Sudah diperbaiki, tapi hasil di halaman visitor masih belum berubah.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83880" y="2496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TINDAK LANJUT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183880" y="26974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perbaikan styling tipografi agar konsisten antara halaman admin dan visitor.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Hypertext / Link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8130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Juli 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400032" y="35387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9A7A1E"/>
          </a:solidFill>
          <a:ln/>
        </p:spPr>
      </p:sp>
      <p:sp>
        <p:nvSpPr>
          <p:cNvPr id="18" name="Text 16"/>
          <p:cNvSpPr/>
          <p:nvPr/>
        </p:nvSpPr>
        <p:spPr>
          <a:xfrm>
            <a:off x="9400032" y="3538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Sebagian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10565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PENGERJAAN / MASALAH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 saat copy-paste URL sudah berhasil (biru + underline). Input link masih pakai window.popup() dan belum ada preview seperti Google Docs.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4105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TINDAK LANJUT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83880" y="430682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UI/UX input link tanpa window.popup() dan tambah fitur preview link interaktif.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001768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97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Numbered List &amp; Undo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4223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Juli 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400032" y="51480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0453A"/>
          </a:solidFill>
          <a:ln/>
        </p:spPr>
      </p:sp>
      <p:sp>
        <p:nvSpPr>
          <p:cNvPr id="27" name="Text 25"/>
          <p:cNvSpPr/>
          <p:nvPr/>
        </p:nvSpPr>
        <p:spPr>
          <a:xfrm>
            <a:off x="9400032" y="5148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" y="57150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PENGERJAAN / MASALAH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91616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nomor urut list dihapus, aksi tersebut tidak bisa dibatalkan dengan Ctrl+Z.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5715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TINDAK LANJUT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83880" y="59161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 sistem state/history editor agar penghapusan nomor bisa di-undo.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Kasus: Bug Rendering Styling Teks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Bold, Italic, dan Underline sempat tampil sebagai teks mentah (raw markdown), belum ter-render sebagai format sebenarnya.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583680" cy="3566160"/>
          </a:xfrm>
          <a:prstGeom prst="roundRect">
            <a:avLst>
              <a:gd name="adj" fmla="val 2051"/>
            </a:avLst>
          </a:prstGeom>
          <a:solidFill>
            <a:srgbClr val="F0EDE4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31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DIPERBAIKI — tampilan artikel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Route Handler, Bukan?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60350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461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pertama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</a:t>
            </a:r>
            <a:pPr indent="0" marL="0">
              <a:lnSpc>
                <a:spcPct val="130000"/>
              </a:lnSpc>
              <a:buNone/>
            </a:pPr>
            <a:r>
              <a:rPr lang="en-US" sz="1150" u="sng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dengan Next.js, saya mengira route handler hanyalah pengganti Express yang lebih sederhana. Ternyata ada beberapa perbedaan fundamental yang baru saya sadari setelah beberapa kali tersandung bug yang sama.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memperkenalkan route handler sebagai cara standar membuat endpoint API. Tidak perlu server terpisah, tidak perlu konfigurasi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**CORS **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*konsumsi *</a:t>
            </a:r>
            <a:pPr indent="0" marL="0">
              <a:lnSpc>
                <a:spcPct val="130000"/>
              </a:lnSpc>
              <a:buNone/>
            </a:pPr>
            <a:r>
              <a:rPr lang="en-US" sz="1150" u="sng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dan deployment-nya menyatu dengan aplikasi frontend.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Tanda ** dan * ikut tampil apa adanya, tidak menjadi bold/italic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06640" y="21488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Bold/Italic/Underline tidak ter-render — tampil sebagai simbol markdown mentah. Setelah diperbaiki di editor, halaman visitor masih menampilkan versi lama.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33192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35935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— audit &amp; perbaikan styling tipografi sudah dilakukan agar konsisten antara halaman admin dan visitor.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44897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LANJUTAN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476402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 dipantau untuk artikel lama yang mungkin masih menyimpan format sebelum perbaikan.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FINAL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Akhir Aplikasi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publik yang bisa dibaca siapa saja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utama menampilkan daftar artikel, lengkap dengan halaman baca yang rapi dan mudah dinavigasi.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yang lengkap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bisa login, membuat, mengedit, menghapus, dan menerbitkan artikel kapan saja tanpa mengubah kode.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artikel berbasis blok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heading, paragraf, list, gambar, video, dan kode dengan tampilan warna sesuai bahasa pemrogramannya.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3776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requirement terpenuhi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23951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kebutuhan yang diberikan selama magang berhasil diimplementasikan dan berjalan dengan baik.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REFLEKSI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yang Saya Pelajari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3A3A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8424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desain Figma menjadi halaman website yang nyata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3A3A31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8424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8288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backend sederhana dan menghubungkannya ke 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3A3A3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89864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sistem login admin dari nol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3A3A3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89864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27432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fitur CRUD (create, read, update, delete) secara utuh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3A3A31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81304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fitur editor artikel berbasis blok dari nol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6576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3A3A3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381304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36576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debugging secara sistematis: temukan masalah, cari penyebab, perbaiki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A3A31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822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B7A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Selesai, Requirement Terpenuhi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berhasil dibangun sesuai kebutuhan yang diberikan selama magang, lengkap dengan proses belajar penuh dari desain sampai debugging.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904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 sekadar fitur — ini pengalaman belajar berpikir seperti developer full-stack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4531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desain, kode, database, sampai debugging, semua dijalani langsung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017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bekal untuk project berikutnya yang lebih kompleks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Dewa's Blog — Laporan Magang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2026-07-22T07:16:38Z</dcterms:created>
  <dcterms:modified xsi:type="dcterms:W3CDTF">2026-07-22T07:16:38Z</dcterms:modified>
</cp:coreProperties>
</file>